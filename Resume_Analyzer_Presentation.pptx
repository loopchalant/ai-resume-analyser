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9" r:id="rId10"/>
    <p:sldId id="265" r:id="rId11"/>
    <p:sldId id="267" r:id="rId12"/>
    <p:sldId id="266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6p5//Z4Y503ZVW5k2973xFBxI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5251C3C-A79C-3049-80A0-9A31ACA4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F7045E7-4711-E907-50B8-F936859F7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F4B9908-56C3-0698-7CFC-F05D71F73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6275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480E40D4-01C5-3B0D-4818-C8A853D5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:notes">
            <a:extLst>
              <a:ext uri="{FF2B5EF4-FFF2-40B4-BE49-F238E27FC236}">
                <a16:creationId xmlns:a16="http://schemas.microsoft.com/office/drawing/2014/main" id="{C8D8DFA5-89CD-0A13-9D6A-03314FDD06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19:notes">
            <a:extLst>
              <a:ext uri="{FF2B5EF4-FFF2-40B4-BE49-F238E27FC236}">
                <a16:creationId xmlns:a16="http://schemas.microsoft.com/office/drawing/2014/main" id="{C959EEC5-B0AF-016A-06C2-4B579F0AF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7770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A6CF2CA9-F864-79C2-DF3E-40024DF09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:notes">
            <a:extLst>
              <a:ext uri="{FF2B5EF4-FFF2-40B4-BE49-F238E27FC236}">
                <a16:creationId xmlns:a16="http://schemas.microsoft.com/office/drawing/2014/main" id="{E59E2CC7-197C-EDBA-9201-5F516C8D7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22:notes">
            <a:extLst>
              <a:ext uri="{FF2B5EF4-FFF2-40B4-BE49-F238E27FC236}">
                <a16:creationId xmlns:a16="http://schemas.microsoft.com/office/drawing/2014/main" id="{F3CBE31D-56AD-623F-7B32-0690889C2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2275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12932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dirty="0"/>
              <a:t>Resume Analyzer &amp; Recommendation System</a:t>
            </a: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256314" y="3221620"/>
            <a:ext cx="4734296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algn="l"/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ID: 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1: 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Anushka Tiwari</a:t>
            </a:r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A2411026030126</a:t>
            </a:r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/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2: 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Shaurya Naresh</a:t>
            </a:r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RA2411026030144</a:t>
            </a:r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/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3: 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Lakshya Srivastava</a:t>
            </a:r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RA2411026030145</a:t>
            </a:r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2210765" y="13095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SCIENCE AND ENGINEERING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53390" y="3636380"/>
            <a:ext cx="3961410" cy="253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 name: Mr. Sunil Kumar 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Designation: Assistant Professor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Department: Department of Computer Science &amp; Engineering</a:t>
            </a:r>
            <a:endParaRPr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1118870" y="160336"/>
            <a:ext cx="7010400" cy="128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/>
              <a:t>Abstract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The system analyzes resumes using NLP and Machine Learning by comparing them with an ideal resume. It generates a score, identifies missing skills, and provides suggestions for improvement. It also includes a basic resume builder to help users create structured resumes.</a:t>
            </a:r>
            <a:endParaRPr dirty="0"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1123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F97E0B8-C524-CFF0-DDF2-221E91F8A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F242AE74-F6E2-4DAB-46A4-8D0D190B8B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8870" y="160336"/>
            <a:ext cx="7010400" cy="128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dirty="0"/>
              <a:t>Resume Analyzer &amp; Recommendation System</a:t>
            </a: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088DCE7-EF46-2129-6859-F435B7201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This project uses NLP and Machine Learning to analyze resumes and compare them with an ideal resume. It generates a score, identifies missing skills, and provides suggestions to improve job readiness.</a:t>
            </a:r>
          </a:p>
        </p:txBody>
      </p:sp>
      <p:pic>
        <p:nvPicPr>
          <p:cNvPr id="99" name="Google Shape;99;p2">
            <a:extLst>
              <a:ext uri="{FF2B5EF4-FFF2-40B4-BE49-F238E27FC236}">
                <a16:creationId xmlns:a16="http://schemas.microsoft.com/office/drawing/2014/main" id="{4EEC2F56-8887-3727-3160-BE9134F3AC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1123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96AB78B-6A99-48EC-731F-E99D03FDA81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67896493-87EA-9799-BED7-E644956675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2992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2128157" y="227966"/>
            <a:ext cx="488768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dirty="0"/>
              <a:t>Introduction &amp; Problem Statement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Many students create resumes without knowing industry expectations.</a:t>
            </a:r>
          </a:p>
          <a:p>
            <a:r>
              <a:t>Problem: Lack of feedback on resume quality.</a:t>
            </a:r>
          </a:p>
          <a:p>
            <a:r>
              <a:t>Solution: Automated system to analyze and improve resumes.</a:t>
            </a: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451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dirty="0"/>
              <a:t>Existing System</a:t>
            </a:r>
          </a:p>
        </p:txBody>
      </p:sp>
      <p:sp>
        <p:nvSpPr>
          <p:cNvPr id="118" name="Google Shape;118;p4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dirty="0"/>
              <a:t>• Manual resume review</a:t>
            </a:r>
          </a:p>
          <a:p>
            <a:pPr marL="114300" indent="0">
              <a:buNone/>
            </a:pPr>
            <a:r>
              <a:rPr dirty="0"/>
              <a:t>• Time-consuming</a:t>
            </a:r>
          </a:p>
          <a:p>
            <a:pPr marL="114300" indent="0">
              <a:buNone/>
            </a:pPr>
            <a:r>
              <a:rPr dirty="0"/>
              <a:t>• No instant feedback</a:t>
            </a:r>
          </a:p>
          <a:p>
            <a:pPr marL="114300" indent="0">
              <a:buNone/>
            </a:pPr>
            <a:r>
              <a:rPr dirty="0"/>
              <a:t>• Generic suggestions</a:t>
            </a: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853" y="44451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32B175-179C-8871-AEF4-3CEEEEE526BB}"/>
              </a:ext>
            </a:extLst>
          </p:cNvPr>
          <p:cNvSpPr txBox="1"/>
          <p:nvPr/>
        </p:nvSpPr>
        <p:spPr>
          <a:xfrm>
            <a:off x="2237740" y="23446"/>
            <a:ext cx="4669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CD8BB88-0579-DA2D-AAC6-3F37BC545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20285"/>
            <a:ext cx="6168676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resumes using NLP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with ideal resume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score (0–100)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missing skills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improvement suggestions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Proposed System</a:t>
            </a:r>
          </a:p>
        </p:txBody>
      </p:sp>
      <p:sp>
        <p:nvSpPr>
          <p:cNvPr id="137" name="Google Shape;13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dirty="0"/>
              <a:t>• Resume Analyzer</a:t>
            </a:r>
          </a:p>
          <a:p>
            <a:pPr marL="114300" indent="0">
              <a:buNone/>
            </a:pPr>
            <a:r>
              <a:rPr dirty="0"/>
              <a:t>• Resume Builder</a:t>
            </a:r>
          </a:p>
          <a:p>
            <a:pPr marL="114300" indent="0">
              <a:buNone/>
            </a:pPr>
            <a:r>
              <a:rPr dirty="0"/>
              <a:t>• Skill gap detection</a:t>
            </a:r>
          </a:p>
          <a:p>
            <a:pPr marL="114300" indent="0">
              <a:buNone/>
            </a:pPr>
            <a:r>
              <a:rPr dirty="0"/>
              <a:t>• Real-time feedback</a:t>
            </a:r>
          </a:p>
        </p:txBody>
      </p:sp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451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1" name="Google Shape;14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7429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94CCD9-81F6-92FC-A31C-ED1125683C6F}"/>
              </a:ext>
            </a:extLst>
          </p:cNvPr>
          <p:cNvSpPr txBox="1"/>
          <p:nvPr/>
        </p:nvSpPr>
        <p:spPr>
          <a:xfrm>
            <a:off x="2590800" y="381000"/>
            <a:ext cx="4610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8C301EE-DF05-C05E-2057-1E35E6B50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2763" y="1422920"/>
            <a:ext cx="828289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(Browser)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(HTML, CSS, JavaScript)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 Server (API Layer)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Flask Server (NLP + ML Model)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 (TF-IDF + Cosine Similarity)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(Score + Suggestions)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Display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A9DBF4-FC95-CFA2-1A39-44E81945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>
            <a:extLst>
              <a:ext uri="{FF2B5EF4-FFF2-40B4-BE49-F238E27FC236}">
                <a16:creationId xmlns:a16="http://schemas.microsoft.com/office/drawing/2014/main" id="{09771AED-5A21-3DA2-0E30-18C42F9072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7429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2531914-4D22-97F0-B80C-36269E4F452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4F37027E-4F9E-64BC-49C4-1BCF25E7F6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BC925B-C4C5-93D8-2AF9-099908D5A06A}"/>
              </a:ext>
            </a:extLst>
          </p:cNvPr>
          <p:cNvSpPr txBox="1"/>
          <p:nvPr/>
        </p:nvSpPr>
        <p:spPr>
          <a:xfrm>
            <a:off x="2169262" y="10886"/>
            <a:ext cx="49698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Intermediate Results and Discussion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C61C07E-32BB-8CA0-FD30-7EBA96156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6820" y="1654953"/>
            <a:ext cx="7470315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score and detects missing skills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improvement suggestions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and automated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by keyword-based analysis </a:t>
            </a:r>
          </a:p>
        </p:txBody>
      </p:sp>
    </p:spTree>
    <p:extLst>
      <p:ext uri="{BB962C8B-B14F-4D97-AF65-F5344CB8AC3E}">
        <p14:creationId xmlns:p14="http://schemas.microsoft.com/office/powerpoint/2010/main" val="3202565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dirty="0"/>
              <a:t>• Scikit-learn Documentation</a:t>
            </a:r>
          </a:p>
          <a:p>
            <a:pPr marL="114300" indent="0">
              <a:buNone/>
            </a:pPr>
            <a:r>
              <a:rPr lang="en-IN" dirty="0"/>
              <a:t>• NLP Basics</a:t>
            </a:r>
          </a:p>
          <a:p>
            <a:pPr marL="114300" indent="0">
              <a:buNone/>
            </a:pPr>
            <a:r>
              <a:rPr lang="en-IN" dirty="0"/>
              <a:t>• Resume Building Standards</a:t>
            </a:r>
          </a:p>
        </p:txBody>
      </p:sp>
      <p:pic>
        <p:nvPicPr>
          <p:cNvPr id="174" name="Google Shape;17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7" name="Google Shape;17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C23BB4-2742-907B-5441-7108EBCD4B45}"/>
              </a:ext>
            </a:extLst>
          </p:cNvPr>
          <p:cNvSpPr txBox="1"/>
          <p:nvPr/>
        </p:nvSpPr>
        <p:spPr>
          <a:xfrm>
            <a:off x="2730500" y="317500"/>
            <a:ext cx="472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8C845541-1A69-3C9A-6CFD-BBE79F76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>
            <a:extLst>
              <a:ext uri="{FF2B5EF4-FFF2-40B4-BE49-F238E27FC236}">
                <a16:creationId xmlns:a16="http://schemas.microsoft.com/office/drawing/2014/main" id="{DD517749-C31E-C045-403B-090C142BF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dirty="0"/>
              <a:t>• Frontend UI created</a:t>
            </a:r>
          </a:p>
          <a:p>
            <a:pPr marL="114300" indent="0">
              <a:buNone/>
            </a:pPr>
            <a:r>
              <a:rPr lang="en-US" dirty="0"/>
              <a:t>• Backend API connected</a:t>
            </a:r>
          </a:p>
          <a:p>
            <a:pPr marL="114300" indent="0">
              <a:buNone/>
            </a:pPr>
            <a:r>
              <a:rPr lang="en-US" dirty="0"/>
              <a:t>• Resume scoring implemented</a:t>
            </a:r>
          </a:p>
          <a:p>
            <a:pPr marL="114300" indent="0">
              <a:buNone/>
            </a:pPr>
            <a:r>
              <a:rPr lang="en-US" dirty="0"/>
              <a:t>• Testing in progress</a:t>
            </a:r>
          </a:p>
          <a:p>
            <a:endParaRPr dirty="0"/>
          </a:p>
        </p:txBody>
      </p:sp>
      <p:pic>
        <p:nvPicPr>
          <p:cNvPr id="174" name="Google Shape;174;p22">
            <a:extLst>
              <a:ext uri="{FF2B5EF4-FFF2-40B4-BE49-F238E27FC236}">
                <a16:creationId xmlns:a16="http://schemas.microsoft.com/office/drawing/2014/main" id="{D9AEEEC7-27AD-B8CF-BD65-F71C54D505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>
            <a:extLst>
              <a:ext uri="{FF2B5EF4-FFF2-40B4-BE49-F238E27FC236}">
                <a16:creationId xmlns:a16="http://schemas.microsoft.com/office/drawing/2014/main" id="{DFDA6AFC-4665-9648-6F58-2FE52DF0D8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7" name="Google Shape;177;p22">
            <a:extLst>
              <a:ext uri="{FF2B5EF4-FFF2-40B4-BE49-F238E27FC236}">
                <a16:creationId xmlns:a16="http://schemas.microsoft.com/office/drawing/2014/main" id="{A27932C3-E0C9-9557-21E9-E45C2FE5C7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8D4288-8E77-381F-BDCB-C15CE9386656}"/>
              </a:ext>
            </a:extLst>
          </p:cNvPr>
          <p:cNvSpPr txBox="1"/>
          <p:nvPr/>
        </p:nvSpPr>
        <p:spPr>
          <a:xfrm>
            <a:off x="2692400" y="317500"/>
            <a:ext cx="505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Work Completed</a:t>
            </a:r>
          </a:p>
        </p:txBody>
      </p:sp>
    </p:spTree>
    <p:extLst>
      <p:ext uri="{BB962C8B-B14F-4D97-AF65-F5344CB8AC3E}">
        <p14:creationId xmlns:p14="http://schemas.microsoft.com/office/powerpoint/2010/main" val="360352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ctr">
              <a:buNone/>
            </a:pPr>
            <a:endParaRPr lang="en-IN" sz="4800" dirty="0"/>
          </a:p>
          <a:p>
            <a:pPr marL="114300" indent="0" algn="ctr">
              <a:buNone/>
            </a:pPr>
            <a:r>
              <a:rPr sz="4800" dirty="0"/>
              <a:t>Thank You</a:t>
            </a:r>
          </a:p>
        </p:txBody>
      </p:sp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Major Project- Review </a:t>
            </a:r>
            <a:endParaRPr dirty="0"/>
          </a:p>
        </p:txBody>
      </p:sp>
      <p:sp>
        <p:nvSpPr>
          <p:cNvPr id="186" name="Google Shape;186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386</Words>
  <Application>Microsoft Office PowerPoint</Application>
  <PresentationFormat>On-screen Show (4:3)</PresentationFormat>
  <Paragraphs>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Resume Analyzer &amp; Recommendation System</vt:lpstr>
      <vt:lpstr>Abstract</vt:lpstr>
      <vt:lpstr>Resume Analyzer &amp; Recommendation System</vt:lpstr>
      <vt:lpstr>Introduction &amp; Problem Statement</vt:lpstr>
      <vt:lpstr>Existing System</vt:lpstr>
      <vt:lpstr>PowerPoint Presentation</vt:lpstr>
      <vt:lpstr>Proposed System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Anushka Tiwari</cp:lastModifiedBy>
  <cp:revision>8</cp:revision>
  <dcterms:created xsi:type="dcterms:W3CDTF">2020-05-13T07:00:09Z</dcterms:created>
  <dcterms:modified xsi:type="dcterms:W3CDTF">2026-04-15T19:02:49Z</dcterms:modified>
</cp:coreProperties>
</file>